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4" r:id="rId6"/>
    <p:sldId id="296" r:id="rId7"/>
  </p:sldIdLst>
  <p:sldSz cx="12192000" cy="6858000"/>
  <p:notesSz cx="7010400" cy="92964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A1ED8E-AC55-4B4E-9CC7-78DC6D689357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84DBB8-A4DE-461B-94B8-615F91BAA827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652D94-93F4-40A0-A26F-E9339256BCDC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3AF853-CA5D-49CE-8306-5FF4F9CF3EA9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0459D5-72A5-45C4-B16A-D14299DDD578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CBC97C-F471-4420-A42B-A46F686811FA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53512D-D909-4AE0-9AB0-7D2DC5C52581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D1FAD0-6C25-4B8B-89A5-E66A843CD8CF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4C1BB0-3D5C-4E9C-9029-F00452C56F2B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EF5D4A-3B8A-4F73-B4D0-567E8A0E3EF9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2BEE9E-DEC9-4ACF-AAAA-45C205EB7BF6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3FD00B4C-429A-4716-95AB-FD28B9D579F9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2C865B-1873-1251-D238-85D1633DF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37600" y="108002"/>
            <a:ext cx="3268160" cy="485808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68613530-5A0D-67F2-800D-81EC294AC828}"/>
              </a:ext>
            </a:extLst>
          </p:cNvPr>
          <p:cNvSpPr txBox="1">
            <a:spLocks/>
          </p:cNvSpPr>
          <p:nvPr/>
        </p:nvSpPr>
        <p:spPr bwMode="auto">
          <a:xfrm>
            <a:off x="0" y="346814"/>
            <a:ext cx="12192000" cy="942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rgbClr val="FF0000"/>
                </a:solidFill>
                <a:latin typeface="Garamond" panose="02020404030301010803" pitchFamily="18" charset="0"/>
              </a:rPr>
              <a:t>BGI HACKATHON 2026</a:t>
            </a:r>
            <a:endParaRPr lang="en-IN" sz="40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9BB7C-1701-4B66-5939-CB68531A283E}"/>
              </a:ext>
            </a:extLst>
          </p:cNvPr>
          <p:cNvSpPr txBox="1"/>
          <p:nvPr/>
        </p:nvSpPr>
        <p:spPr>
          <a:xfrm>
            <a:off x="4279246" y="1005842"/>
            <a:ext cx="3855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SUBMISSION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0B01F-242C-918F-35F7-9FFBFD5FF3EC}"/>
              </a:ext>
            </a:extLst>
          </p:cNvPr>
          <p:cNvSpPr txBox="1"/>
          <p:nvPr/>
        </p:nvSpPr>
        <p:spPr>
          <a:xfrm>
            <a:off x="408037" y="1590617"/>
            <a:ext cx="11597721" cy="4070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Robotics, Drones &amp; Industry 5.0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: </a:t>
            </a:r>
            <a:r>
              <a:rPr lang="en-IN" sz="2000" b="1" dirty="0"/>
              <a:t>IT2P2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Drone-Based Infrastructure Inspection System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Category : Software and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: 2449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(Registered on portal) 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YellowDuck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9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0" y="521110"/>
            <a:ext cx="12192000" cy="599767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PROJECT STRIDE: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Technology for Real-Time Infra Detection &amp; Evolution</a:t>
            </a: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C4C92AF-A5F1-E51D-7FAF-31889B19EA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108002"/>
            <a:ext cx="3268160" cy="485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410D3E-1B4F-426E-32C8-ACDD557757E2}"/>
              </a:ext>
            </a:extLst>
          </p:cNvPr>
          <p:cNvSpPr txBox="1"/>
          <p:nvPr/>
        </p:nvSpPr>
        <p:spPr>
          <a:xfrm>
            <a:off x="363794" y="2105437"/>
            <a:ext cx="118183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Solution Overview 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r>
              <a:rPr lang="en-US" dirty="0"/>
              <a:t> STRIDE is an end-to-end ROS 2 and autonomous UAV system featuring edge-compatible fine-tuned YOLOv8 defect detection, live telemetry, and automated PDF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Resolving the Problem:</a:t>
            </a:r>
            <a:r>
              <a:rPr lang="en-US" dirty="0"/>
              <a:t> Replaces hazardous manual inspections with an automated, state-machine-driven flight stack. It processes visual data in real-time to detect structural anomalies, minimizing operational delays and human risk.</a:t>
            </a:r>
          </a:p>
          <a:p>
            <a:endParaRPr lang="en-US" dirty="0"/>
          </a:p>
          <a:p>
            <a:r>
              <a:rPr lang="en-IN" b="1" dirty="0"/>
              <a:t>Key Novel Elements:</a:t>
            </a:r>
            <a:endParaRPr lang="en-IN" dirty="0"/>
          </a:p>
          <a:p>
            <a:r>
              <a:rPr lang="en-IN" b="1" dirty="0"/>
              <a:t>Sim-to-Real Pipeline:</a:t>
            </a:r>
            <a:r>
              <a:rPr lang="en-IN" dirty="0"/>
              <a:t> </a:t>
            </a:r>
            <a:r>
              <a:rPr lang="en-IN" dirty="0" err="1"/>
              <a:t>Dockerized</a:t>
            </a:r>
            <a:r>
              <a:rPr lang="en-IN" dirty="0"/>
              <a:t> architecture designed for immediate transition to edge compute hardware.</a:t>
            </a:r>
          </a:p>
          <a:p>
            <a:r>
              <a:rPr lang="en-IN" b="1" dirty="0"/>
              <a:t>Infrastructure Evolution Tracking:</a:t>
            </a:r>
            <a:r>
              <a:rPr lang="en-IN" dirty="0"/>
              <a:t> Tracks and plots defect severity scores across multiple missions over time via the web dashboard.</a:t>
            </a:r>
          </a:p>
          <a:p>
            <a:r>
              <a:rPr lang="en-IN" b="1" dirty="0"/>
              <a:t>Pluggable Multi-Sensor Architecture:</a:t>
            </a:r>
            <a:r>
              <a:rPr lang="en-IN" dirty="0"/>
              <a:t> ROS 2 topic interface allows seamless swapping between RGB, Thermal, and LiDAR data streams.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593810"/>
            <a:ext cx="12192000" cy="576229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FF0000"/>
                </a:solidFill>
                <a:latin typeface="Garamond" panose="02020404030301010803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8087" y="1548583"/>
            <a:ext cx="11617673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&amp; Navigation: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ROS 2 Humble (LTS), PX4 SITL, Gazebo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Dockerized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Windows)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YOLOv8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fine-tuned for structural defects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Edge: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Next.js,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shadcn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Implementation Process: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(Note: Add your system architecture flowchart here alongside these points)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Planning: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Waypoints are sent from the Next.js dashboard to the custom ROS 2 navigation node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Flight: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rigid state machine executes transit, obstacle avoidance (via depth/scan thresholds), and strictly enforced geo-fencing.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Pipeline: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simulated camera feed is ingested by the YOLOv8 node, which extracts defect metadata and compresses annotated frames to MJPEG to optimize bandwidth.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Telemetry, alerts, and video feeds are streamed to the web dashboard, concluding with an automated Python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PDF summary.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CF820-B0EB-3CBA-A906-0A1AA8F081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108002"/>
            <a:ext cx="3268160" cy="485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04800" y="600587"/>
            <a:ext cx="11582400" cy="485808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FF0000"/>
                </a:solidFill>
                <a:latin typeface="Garamond" panose="02020404030301010803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3290" y="1247262"/>
            <a:ext cx="1149391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/>
              <a:t>Feasibility Analysis:</a:t>
            </a:r>
            <a:endParaRPr lang="en-US" dirty="0"/>
          </a:p>
          <a:p>
            <a:r>
              <a:rPr lang="en-US" dirty="0"/>
              <a:t>Highly viable due to the containerized Docker setup, which abstracts complex Gazebo dependencies and ensures cross-platform stability.</a:t>
            </a:r>
          </a:p>
          <a:p>
            <a:r>
              <a:rPr lang="en-US" dirty="0"/>
              <a:t>The modular ROS 2 architecture ensures the vision node is hardware-agnostic, allowing the YOLOv8 pipeline to be seamlessly deployed directly onto edge devices for real-world scaling.</a:t>
            </a:r>
          </a:p>
          <a:p>
            <a:endParaRPr lang="en-US" dirty="0"/>
          </a:p>
          <a:p>
            <a:r>
              <a:rPr lang="en-US" b="1" dirty="0"/>
              <a:t>Challenges and Risks:</a:t>
            </a:r>
            <a:endParaRPr lang="en-US" dirty="0"/>
          </a:p>
          <a:p>
            <a:r>
              <a:rPr lang="en-US" dirty="0"/>
              <a:t>High latency or frame drops during video streaming from the simulation to the frontend.</a:t>
            </a:r>
          </a:p>
          <a:p>
            <a:r>
              <a:rPr lang="en-US" dirty="0"/>
              <a:t>Communication loss during active flight operations.</a:t>
            </a:r>
          </a:p>
          <a:p>
            <a:r>
              <a:rPr lang="en-US" dirty="0"/>
              <a:t>False positives in defect detection due to diverse lighting or background noise.</a:t>
            </a:r>
          </a:p>
          <a:p>
            <a:endParaRPr lang="en-US" dirty="0"/>
          </a:p>
          <a:p>
            <a:r>
              <a:rPr lang="en-US" b="1" dirty="0"/>
              <a:t>Mitigation Strategies:</a:t>
            </a:r>
            <a:endParaRPr lang="en-US" dirty="0"/>
          </a:p>
          <a:p>
            <a:r>
              <a:rPr lang="en-US" dirty="0"/>
              <a:t>Implemented on-node frame compression (JPEG) before publishing to the WebSocket server.</a:t>
            </a:r>
          </a:p>
          <a:p>
            <a:r>
              <a:rPr lang="en-US" dirty="0"/>
              <a:t>Integrated a robust failsafe state machine (FAILSAFE -&gt; RETURN_TO_LAUNCH / EMERGENCY_LAND) triggered by communication timeouts or geo-fence breaches.</a:t>
            </a:r>
          </a:p>
          <a:p>
            <a:r>
              <a:rPr lang="en-US" dirty="0"/>
              <a:t>Fine-tuning YOLOv8 on specialized, high-variance datasets (CODEBRIM/RDD2022) to maintain high mAP@50 accuracy.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7ED659B-1793-60B6-0133-947754D96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108002"/>
            <a:ext cx="3268160" cy="48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350906"/>
            <a:ext cx="12192000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FF0000"/>
                </a:solidFill>
                <a:latin typeface="Garamond" panose="02020404030301010803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225689"/>
            <a:ext cx="5152103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/>
              <a:t>Potential Impact on Target Audience:</a:t>
            </a:r>
            <a:endParaRPr lang="en-US" dirty="0"/>
          </a:p>
          <a:p>
            <a:r>
              <a:rPr lang="en-US" dirty="0"/>
              <a:t>Provides civil engineering firms, power grid authorities, and infrastructure operators with actionable, real-time data, shifting maintenance strategies from reactive to predictive.</a:t>
            </a:r>
          </a:p>
          <a:p>
            <a:endParaRPr lang="en-US" dirty="0"/>
          </a:p>
          <a:p>
            <a:r>
              <a:rPr lang="en-US" b="1" dirty="0"/>
              <a:t>Benefits of the Solution:</a:t>
            </a:r>
            <a:endParaRPr lang="en-US" dirty="0"/>
          </a:p>
          <a:p>
            <a:r>
              <a:rPr lang="en-US" b="1" dirty="0"/>
              <a:t>Economic:</a:t>
            </a:r>
            <a:r>
              <a:rPr lang="en-US" dirty="0"/>
              <a:t> Drastically reduces the high costs associated with scaffolding, rope-access teams, and prolonged facility downtime.</a:t>
            </a:r>
          </a:p>
          <a:p>
            <a:r>
              <a:rPr lang="en-US" b="1" dirty="0"/>
              <a:t>Social &amp; Safety:</a:t>
            </a:r>
            <a:r>
              <a:rPr lang="en-US" dirty="0"/>
              <a:t> Completely removes human operators from hazardous, hard-to-reach, or structurally compromised environments.</a:t>
            </a:r>
          </a:p>
          <a:p>
            <a:r>
              <a:rPr lang="en-US" b="1" dirty="0"/>
              <a:t>Operational:</a:t>
            </a:r>
            <a:r>
              <a:rPr lang="en-US" dirty="0"/>
              <a:t> Delivers consistent, unbiased AI analysis. The centralized dashboard and automated reporting streamline compliance logging and decision-making.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E2FDF54-C76B-0CD5-21C4-0BDAAD2981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108002"/>
            <a:ext cx="3268160" cy="485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DF72E-E01B-9689-7A9D-C36B881A5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284" y="1225689"/>
            <a:ext cx="6981476" cy="512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354781"/>
            <a:ext cx="12192000" cy="1029752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FF0000"/>
                </a:solidFill>
                <a:latin typeface="Garamond" panose="02020404030301010803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3221" y="1827957"/>
            <a:ext cx="11779618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Research Focus:</a:t>
            </a:r>
            <a:endParaRPr lang="en-IN" dirty="0"/>
          </a:p>
          <a:p>
            <a:r>
              <a:rPr lang="en-IN" dirty="0"/>
              <a:t>Optimization of YOLOv8 inference for edge-device deployment.</a:t>
            </a:r>
          </a:p>
          <a:p>
            <a:r>
              <a:rPr lang="en-IN" dirty="0"/>
              <a:t>State-machine architectures for autonomous UAV flight systems.</a:t>
            </a:r>
          </a:p>
          <a:p>
            <a:endParaRPr lang="en-IN" dirty="0"/>
          </a:p>
          <a:p>
            <a:r>
              <a:rPr lang="en-IN" b="1" dirty="0"/>
              <a:t>References:</a:t>
            </a:r>
            <a:endParaRPr lang="en-IN" dirty="0"/>
          </a:p>
          <a:p>
            <a:r>
              <a:rPr lang="en-IN" b="1" dirty="0"/>
              <a:t>CODEBRIM Dataset:</a:t>
            </a:r>
            <a:r>
              <a:rPr lang="en-IN" dirty="0"/>
              <a:t> Concrete Defect Bridge Image Dataset for training structural anomaly detection.</a:t>
            </a:r>
          </a:p>
          <a:p>
            <a:r>
              <a:rPr lang="en-IN" b="1" dirty="0"/>
              <a:t>RDD2022:</a:t>
            </a:r>
            <a:r>
              <a:rPr lang="en-IN" dirty="0"/>
              <a:t> Road Damage Detection Dataset for varied environmental defect training.</a:t>
            </a:r>
          </a:p>
          <a:p>
            <a:r>
              <a:rPr lang="en-IN" b="1" dirty="0"/>
              <a:t>ROS 2 Humble Documentation:</a:t>
            </a:r>
            <a:r>
              <a:rPr lang="en-IN" dirty="0"/>
              <a:t> Implementation of </a:t>
            </a:r>
            <a:r>
              <a:rPr lang="en-IN" dirty="0" err="1"/>
              <a:t>rclpy</a:t>
            </a:r>
            <a:r>
              <a:rPr lang="en-IN" dirty="0"/>
              <a:t> and custom node orchestration.</a:t>
            </a:r>
          </a:p>
          <a:p>
            <a:r>
              <a:rPr lang="en-IN" b="1" dirty="0"/>
              <a:t>PX4 Autopilot SITL:</a:t>
            </a:r>
            <a:r>
              <a:rPr lang="en-IN" dirty="0"/>
              <a:t> Offboard control and Gazebo simulation integration.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E8090C-A494-6213-0DF0-E0F1FDC6A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108002"/>
            <a:ext cx="3268160" cy="48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7870</TotalTime>
  <Words>701</Words>
  <Application>Microsoft Office PowerPoint</Application>
  <PresentationFormat>Widescreen</PresentationFormat>
  <Paragraphs>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PowerPoint Presentation</vt:lpstr>
      <vt:lpstr> PROJECT STRIDE:  Smart Technology for Real-Time Infra Detection &amp; Evolution</vt:lpstr>
      <vt:lpstr>SOLUTION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Chowdhury</cp:lastModifiedBy>
  <cp:revision>164</cp:revision>
  <cp:lastPrinted>2026-03-25T11:02:59Z</cp:lastPrinted>
  <dcterms:created xsi:type="dcterms:W3CDTF">2013-12-12T18:46:50Z</dcterms:created>
  <dcterms:modified xsi:type="dcterms:W3CDTF">2026-04-26T18:59:47Z</dcterms:modified>
  <cp:category/>
</cp:coreProperties>
</file>